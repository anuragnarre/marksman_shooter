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MARKSMAN - Master Improvement Plan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All-in-One Platform: Range Operations · Player Management · Coaching</a:t>
            </a:r>
          </a:p>
          <a:p>
            <a: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State Audit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Existing: Session CRUD, AI Coach, Ballistics/Equipment stubs, WebSockets.</a:t>
            </a:r>
          </a:p>
          <a:p>
            <a:pPr/>
            <a:r>
              <a:t>⚠️ Gaps: No lane/booking management, no member billing, no competition management.</a:t>
            </a:r>
          </a:p>
          <a:p>
            <a:pPr/>
            <a:r>
              <a:t>🎯 Goal: Transform into a complete SaaS for ranges, coaches, and shooters.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Category 1: API Hardening &amp; Tech Debt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Crucial foundation before scaling.</a:t>
            </a:r>
          </a:p>
          <a:p>
            <a:pPr/>
            <a:r>
              <a:t>• DTO Validation: Enforce strict typing on Equipment, Ranges, Ballistics.</a:t>
            </a:r>
          </a:p>
          <a:p>
            <a:pPr/>
            <a:r>
              <a:t>• Security &amp; Limits: Rate limiting, Helmet middleware, strict CORS.</a:t>
            </a:r>
          </a:p>
          <a:p>
            <a:pPr/>
            <a:r>
              <a:t>• Performance: Database indexing, pagination, background job queues (Redis).</a:t>
            </a:r>
          </a:p>
          <a:p>
            <a:pPr/>
            <a:r>
              <a:t>• Data Integrity: Soft delete consistency and API documentation (Swagger).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Category 2: Range Management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biggest missing pillar for Range Operators.</a:t>
            </a:r>
          </a:p>
          <a:p>
            <a:pPr/>
            <a:r>
              <a:t>• Lane &amp; Bay Management: Real-time lane status, assignments, drag-and-drop UI.</a:t>
            </a:r>
          </a:p>
          <a:p>
            <a:pPr/>
            <a:r>
              <a:t>• Bookings: Time slot generation, waitlists, recurring bookings, QR check-ins.</a:t>
            </a:r>
          </a:p>
          <a:p>
            <a:pPr/>
            <a:r>
              <a:t>• Membership System: Tiers, digital cards, guest passes, automated billing.</a:t>
            </a:r>
          </a:p>
          <a:p>
            <a:pPr/>
            <a:r>
              <a:t>• Range Operations: Dashboard with utilization heatmaps, environmental data sync.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Category 3: Player / Shooter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Enhancing the individual athlete experience.</a:t>
            </a:r>
          </a:p>
          <a:p>
            <a:pPr/>
            <a:r>
              <a:t>• Comprehensive Profiles: Medical notes, stances, biometrics.</a:t>
            </a:r>
          </a:p>
          <a:p>
            <a:pPr/>
            <a:r>
              <a:t>• Achievements &amp; PBs: Automated tracking of personal bests, milestone badges.</a:t>
            </a:r>
          </a:p>
          <a:p>
            <a:pPr/>
            <a:r>
              <a:t>• Internal Ranking: ELO-style ratings per discipline and weapon type.</a:t>
            </a:r>
          </a:p>
          <a:p>
            <a:pPr/>
            <a:r>
              <a:t>• Training Streaks &amp; Goals: Progress tracking vs. target scores.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Category 4: Coach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Empowering coaches to manage squads effectively.</a:t>
            </a:r>
          </a:p>
          <a:p>
            <a:pPr/>
            <a:r>
              <a:t>• Squad Management: Group sessions, bulk AI analysis, comparative tables.</a:t>
            </a:r>
          </a:p>
          <a:p>
            <a:pPr/>
            <a:r>
              <a:t>• Drill &amp; Template Library: Standardized plans, assignable training events.</a:t>
            </a:r>
          </a:p>
          <a:p>
            <a:pPr/>
            <a:r>
              <a:t>• Live Monitoring: Multi-shooter live views, 'Pause &amp; Correct' signals.</a:t>
            </a:r>
          </a:p>
          <a:p>
            <a:pPr/>
            <a:r>
              <a:t>• Reporting: Automated PDF progress reports and competition readiness.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Category 5: Competition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Turning the platform into a tournament hub.</a:t>
            </a:r>
          </a:p>
          <a:p>
            <a:pPr/>
            <a:r>
              <a:t>• Setup &amp; Registration: Online entries, categories, fee collection.</a:t>
            </a:r>
          </a:p>
          <a:p>
            <a:pPr/>
            <a:r>
              <a:t>• Live Scoring: Public leaderboards, Kiosk mode, Finals elimination mode.</a:t>
            </a:r>
          </a:p>
          <a:p>
            <a:pPr/>
            <a:r>
              <a:t>• Analytics: Performance under pressure (Competition vs. Training delta).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Category 6 &amp; 7: Armory &amp;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Equipment: Full weapon registry, service logs, accuracy baselines.</a:t>
            </a:r>
          </a:p>
          <a:p>
            <a:pPr/>
            <a:r>
              <a:t>• Ammo Tracking: Inventory deduction, reloading logs, lot performance.</a:t>
            </a:r>
          </a:p>
          <a:p>
            <a:pPr/>
            <a:r>
              <a:t>• Safety Rules Engine: Digital waivers, mandatory quizzes.</a:t>
            </a:r>
          </a:p>
          <a:p>
            <a:pPr/>
            <a:r>
              <a:t>• Incident Reporting: RSO alerts, photo uploads, compliance audit trails.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API Hardening (Blocks all other modules).</a:t>
            </a:r>
          </a:p>
          <a:p>
            <a:pPr/>
            <a:r>
              <a:t>2. Range Management (Unlocks B2B revenue).</a:t>
            </a:r>
          </a:p>
          <a:p>
            <a:pPr/>
            <a:r>
              <a:t>3. Shooter &amp; Coach Enhancements (Improves retention).</a:t>
            </a:r>
          </a:p>
          <a:p>
            <a:pPr/>
            <a:r>
              <a:t>4. Competition Module (Growth &amp; engagement).</a:t>
            </a:r>
          </a:p>
          <a:p>
            <a:pPr/>
            <a:r>
              <a:t>5. Hardware Integrations (Premium features).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